
<file path=[Content_Types].xml><?xml version="1.0" encoding="utf-8"?>
<Types xmlns="http://schemas.openxmlformats.org/package/2006/content-types">
  <Default Extension="jpeg" ContentType="image/jpeg"/>
  <Default Extension="jpg" ContentType="image/jp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781" r:id="rId1"/>
  </p:sldMasterIdLst>
  <p:sldIdLst>
    <p:sldId id="256" r:id="rId2"/>
  </p:sldIdLst>
  <p:sldSz cx="6858000" cy="9906000" type="A4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5B82"/>
    <a:srgbClr val="3F3F3F"/>
    <a:srgbClr val="3366FF"/>
    <a:srgbClr val="000066"/>
    <a:srgbClr val="3333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667" autoAdjust="0"/>
    <p:restoredTop sz="94660"/>
  </p:normalViewPr>
  <p:slideViewPr>
    <p:cSldViewPr snapToGrid="0">
      <p:cViewPr>
        <p:scale>
          <a:sx n="101" d="100"/>
          <a:sy n="101" d="100"/>
        </p:scale>
        <p:origin x="1416" y="464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EC0B81-C492-9424-BDD3-B3526A0D0ED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57250" y="1621191"/>
            <a:ext cx="5143500" cy="3448756"/>
          </a:xfrm>
        </p:spPr>
        <p:txBody>
          <a:bodyPr anchor="b"/>
          <a:lstStyle>
            <a:lvl1pPr algn="ctr">
              <a:defRPr sz="3375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6419A06-B1C7-8975-5F05-295A68308EE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350"/>
            </a:lvl1pPr>
            <a:lvl2pPr marL="257175" indent="0" algn="ctr">
              <a:buNone/>
              <a:defRPr sz="1125"/>
            </a:lvl2pPr>
            <a:lvl3pPr marL="514350" indent="0" algn="ctr">
              <a:buNone/>
              <a:defRPr sz="1013"/>
            </a:lvl3pPr>
            <a:lvl4pPr marL="771525" indent="0" algn="ctr">
              <a:buNone/>
              <a:defRPr sz="900"/>
            </a:lvl4pPr>
            <a:lvl5pPr marL="1028700" indent="0" algn="ctr">
              <a:buNone/>
              <a:defRPr sz="900"/>
            </a:lvl5pPr>
            <a:lvl6pPr marL="1285875" indent="0" algn="ctr">
              <a:buNone/>
              <a:defRPr sz="900"/>
            </a:lvl6pPr>
            <a:lvl7pPr marL="1543050" indent="0" algn="ctr">
              <a:buNone/>
              <a:defRPr sz="900"/>
            </a:lvl7pPr>
            <a:lvl8pPr marL="1800225" indent="0" algn="ctr">
              <a:buNone/>
              <a:defRPr sz="900"/>
            </a:lvl8pPr>
            <a:lvl9pPr marL="2057400" indent="0" algn="ctr">
              <a:buNone/>
              <a:defRPr sz="9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241BAB-F9FD-5BD5-A7DA-44E7408FA6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130AD6-8983-4084-BB57-FFEA2B6532A6}" type="datetimeFigureOut">
              <a:rPr lang="en-MY" smtClean="0"/>
              <a:t>30/03/2026</a:t>
            </a:fld>
            <a:endParaRPr lang="en-MY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FCADFF-1F80-E1F1-C053-BB3C3CCF4C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24B8CF-297B-A341-9ED8-EC0DFF61E7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3B33D9-30D5-45F0-84EB-3E5F8F308CC2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9977846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85E097-1955-CB36-A19C-B31044EF03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36E93D-F237-ECE9-7556-CD4E1B392D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74132F-88EC-511C-CCDD-105BE28EBC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130AD6-8983-4084-BB57-FFEA2B6532A6}" type="datetimeFigureOut">
              <a:rPr lang="en-MY" smtClean="0"/>
              <a:t>30/03/2026</a:t>
            </a:fld>
            <a:endParaRPr lang="en-MY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0E405C-E5D3-5DEF-7F78-0366E58E19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02DCB9-3ABC-5E76-0213-3692F17265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3B33D9-30D5-45F0-84EB-3E5F8F308CC2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8109251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F974F5-DF83-4C64-3F1A-9A7BF3BD34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7916" y="2469622"/>
            <a:ext cx="5915025" cy="4120620"/>
          </a:xfrm>
        </p:spPr>
        <p:txBody>
          <a:bodyPr anchor="b"/>
          <a:lstStyle>
            <a:lvl1pPr>
              <a:defRPr sz="3375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479776-A9D9-0811-8D5F-6A5853E513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67916" y="6629225"/>
            <a:ext cx="5915025" cy="2166937"/>
          </a:xfrm>
        </p:spPr>
        <p:txBody>
          <a:bodyPr/>
          <a:lstStyle>
            <a:lvl1pPr marL="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1pPr>
            <a:lvl2pPr marL="257175" indent="0">
              <a:buNone/>
              <a:defRPr sz="1125">
                <a:solidFill>
                  <a:schemeClr val="tx1">
                    <a:tint val="75000"/>
                  </a:schemeClr>
                </a:solidFill>
              </a:defRPr>
            </a:lvl2pPr>
            <a:lvl3pPr marL="514350" indent="0">
              <a:buNone/>
              <a:defRPr sz="1013">
                <a:solidFill>
                  <a:schemeClr val="tx1">
                    <a:tint val="75000"/>
                  </a:schemeClr>
                </a:solidFill>
              </a:defRPr>
            </a:lvl3pPr>
            <a:lvl4pPr marL="771525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4pPr>
            <a:lvl5pPr marL="1028700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5pPr>
            <a:lvl6pPr marL="1285875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6pPr>
            <a:lvl7pPr marL="1543050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7pPr>
            <a:lvl8pPr marL="1800225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8pPr>
            <a:lvl9pPr marL="2057400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9ED193-8E20-860A-43CD-EA3C2B2863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130AD6-8983-4084-BB57-FFEA2B6532A6}" type="datetimeFigureOut">
              <a:rPr lang="en-MY" smtClean="0"/>
              <a:t>30/03/2026</a:t>
            </a:fld>
            <a:endParaRPr lang="en-MY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4A69CB-491E-3A1A-13E7-27D86C3F4B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74C7DC-D854-53B4-AB6E-39F924D208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3B33D9-30D5-45F0-84EB-3E5F8F308CC2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204584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790AC3-5AEC-B3C0-44A7-468CA883E4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AEF59B-5EDD-9607-512F-D753DE80060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E75F93B-5114-2230-D1C9-AA7089AFFFB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8E4FDAD-AA2D-6C3D-8D07-4B256830F2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130AD6-8983-4084-BB57-FFEA2B6532A6}" type="datetimeFigureOut">
              <a:rPr lang="en-MY" smtClean="0"/>
              <a:t>30/03/2026</a:t>
            </a:fld>
            <a:endParaRPr lang="en-MY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358549F-2692-940C-CDEF-D69A86BF19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32D11CF-BD83-380B-C828-84FAFE0009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3B33D9-30D5-45F0-84EB-3E5F8F308CC2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14460370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9BE501-93B7-AD4D-2CAB-C73B72A613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2381" y="527404"/>
            <a:ext cx="5915025" cy="191470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B3B4789-406F-2C1A-4340-68D9F3A62E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350" b="1"/>
            </a:lvl1pPr>
            <a:lvl2pPr marL="257175" indent="0">
              <a:buNone/>
              <a:defRPr sz="1125" b="1"/>
            </a:lvl2pPr>
            <a:lvl3pPr marL="514350" indent="0">
              <a:buNone/>
              <a:defRPr sz="1013" b="1"/>
            </a:lvl3pPr>
            <a:lvl4pPr marL="771525" indent="0">
              <a:buNone/>
              <a:defRPr sz="900" b="1"/>
            </a:lvl4pPr>
            <a:lvl5pPr marL="1028700" indent="0">
              <a:buNone/>
              <a:defRPr sz="900" b="1"/>
            </a:lvl5pPr>
            <a:lvl6pPr marL="1285875" indent="0">
              <a:buNone/>
              <a:defRPr sz="900" b="1"/>
            </a:lvl6pPr>
            <a:lvl7pPr marL="1543050" indent="0">
              <a:buNone/>
              <a:defRPr sz="900" b="1"/>
            </a:lvl7pPr>
            <a:lvl8pPr marL="1800225" indent="0">
              <a:buNone/>
              <a:defRPr sz="900" b="1"/>
            </a:lvl8pPr>
            <a:lvl9pPr marL="2057400" indent="0">
              <a:buNone/>
              <a:defRPr sz="9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890C629-BDBE-E120-2C14-9055CBB7357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E939C2D-CAF9-3186-F83D-3FB31055CE3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350" b="1"/>
            </a:lvl1pPr>
            <a:lvl2pPr marL="257175" indent="0">
              <a:buNone/>
              <a:defRPr sz="1125" b="1"/>
            </a:lvl2pPr>
            <a:lvl3pPr marL="514350" indent="0">
              <a:buNone/>
              <a:defRPr sz="1013" b="1"/>
            </a:lvl3pPr>
            <a:lvl4pPr marL="771525" indent="0">
              <a:buNone/>
              <a:defRPr sz="900" b="1"/>
            </a:lvl4pPr>
            <a:lvl5pPr marL="1028700" indent="0">
              <a:buNone/>
              <a:defRPr sz="900" b="1"/>
            </a:lvl5pPr>
            <a:lvl6pPr marL="1285875" indent="0">
              <a:buNone/>
              <a:defRPr sz="900" b="1"/>
            </a:lvl6pPr>
            <a:lvl7pPr marL="1543050" indent="0">
              <a:buNone/>
              <a:defRPr sz="900" b="1"/>
            </a:lvl7pPr>
            <a:lvl8pPr marL="1800225" indent="0">
              <a:buNone/>
              <a:defRPr sz="900" b="1"/>
            </a:lvl8pPr>
            <a:lvl9pPr marL="2057400" indent="0">
              <a:buNone/>
              <a:defRPr sz="9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520A81A-D71E-A85B-772E-CBDE958F86E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4D2FB10-3166-5014-9A04-841B6A42E2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130AD6-8983-4084-BB57-FFEA2B6532A6}" type="datetimeFigureOut">
              <a:rPr lang="en-MY" smtClean="0"/>
              <a:t>30/03/2026</a:t>
            </a:fld>
            <a:endParaRPr lang="en-MY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A23E36E-FB31-1E46-12C7-312ABD8E0A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108D4FE-17DE-EB42-E3A0-6ACFBB8535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3B33D9-30D5-45F0-84EB-3E5F8F308CC2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1691103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1E5AFF-D810-E2A3-636A-24C373DF11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C90C07E-1269-F02C-577C-ED5F34E584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130AD6-8983-4084-BB57-FFEA2B6532A6}" type="datetimeFigureOut">
              <a:rPr lang="en-MY" smtClean="0"/>
              <a:t>30/03/2026</a:t>
            </a:fld>
            <a:endParaRPr lang="en-MY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EE52D43-9A27-C476-620A-CAF1DA8356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880E739-3442-002B-18F4-42D0D19276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3B33D9-30D5-45F0-84EB-3E5F8F308CC2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5444864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88987B7-F5FC-E411-CB98-01AB50F349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130AD6-8983-4084-BB57-FFEA2B6532A6}" type="datetimeFigureOut">
              <a:rPr lang="en-MY" smtClean="0"/>
              <a:t>30/03/2026</a:t>
            </a:fld>
            <a:endParaRPr lang="en-MY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CAEDD57-FA8B-8215-B484-0EE3E27917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5FEC12F-EFD3-5B73-E0DB-97F3822BA1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3B33D9-30D5-45F0-84EB-3E5F8F308CC2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2634903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1F9036-3BDF-BC86-9FDD-B816E9A2A5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3" cy="2311400"/>
          </a:xfrm>
        </p:spPr>
        <p:txBody>
          <a:bodyPr anchor="b"/>
          <a:lstStyle>
            <a:lvl1pPr>
              <a:defRPr sz="18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5264D1-B083-F97E-7523-E47095E34C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15543" y="1426281"/>
            <a:ext cx="3471863" cy="7039681"/>
          </a:xfrm>
        </p:spPr>
        <p:txBody>
          <a:bodyPr/>
          <a:lstStyle>
            <a:lvl1pPr>
              <a:defRPr sz="1800"/>
            </a:lvl1pPr>
            <a:lvl2pPr>
              <a:defRPr sz="1575"/>
            </a:lvl2pPr>
            <a:lvl3pPr>
              <a:defRPr sz="1350"/>
            </a:lvl3pPr>
            <a:lvl4pPr>
              <a:defRPr sz="1125"/>
            </a:lvl4pPr>
            <a:lvl5pPr>
              <a:defRPr sz="1125"/>
            </a:lvl5pPr>
            <a:lvl6pPr>
              <a:defRPr sz="1125"/>
            </a:lvl6pPr>
            <a:lvl7pPr>
              <a:defRPr sz="1125"/>
            </a:lvl7pPr>
            <a:lvl8pPr>
              <a:defRPr sz="1125"/>
            </a:lvl8pPr>
            <a:lvl9pPr>
              <a:defRPr sz="112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D9ACD7C-2543-6859-15E2-EE023DBA0F7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3" cy="5505627"/>
          </a:xfrm>
        </p:spPr>
        <p:txBody>
          <a:bodyPr/>
          <a:lstStyle>
            <a:lvl1pPr marL="0" indent="0">
              <a:buNone/>
              <a:defRPr sz="900"/>
            </a:lvl1pPr>
            <a:lvl2pPr marL="257175" indent="0">
              <a:buNone/>
              <a:defRPr sz="788"/>
            </a:lvl2pPr>
            <a:lvl3pPr marL="514350" indent="0">
              <a:buNone/>
              <a:defRPr sz="675"/>
            </a:lvl3pPr>
            <a:lvl4pPr marL="771525" indent="0">
              <a:buNone/>
              <a:defRPr sz="563"/>
            </a:lvl4pPr>
            <a:lvl5pPr marL="1028700" indent="0">
              <a:buNone/>
              <a:defRPr sz="563"/>
            </a:lvl5pPr>
            <a:lvl6pPr marL="1285875" indent="0">
              <a:buNone/>
              <a:defRPr sz="563"/>
            </a:lvl6pPr>
            <a:lvl7pPr marL="1543050" indent="0">
              <a:buNone/>
              <a:defRPr sz="563"/>
            </a:lvl7pPr>
            <a:lvl8pPr marL="1800225" indent="0">
              <a:buNone/>
              <a:defRPr sz="563"/>
            </a:lvl8pPr>
            <a:lvl9pPr marL="2057400" indent="0">
              <a:buNone/>
              <a:defRPr sz="56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B78FA23-0EF0-8653-4140-3F6D91A173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130AD6-8983-4084-BB57-FFEA2B6532A6}" type="datetimeFigureOut">
              <a:rPr lang="en-MY" smtClean="0"/>
              <a:t>30/03/2026</a:t>
            </a:fld>
            <a:endParaRPr lang="en-MY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277AE4D-7DB9-4B89-F798-0E7F929F82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AEACBAE-4995-3154-1386-536C7625DA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3B33D9-30D5-45F0-84EB-3E5F8F308CC2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11607422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F45226-5CE5-ED77-E241-EF1D9CAA13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3" cy="2311400"/>
          </a:xfrm>
        </p:spPr>
        <p:txBody>
          <a:bodyPr anchor="b"/>
          <a:lstStyle>
            <a:lvl1pPr>
              <a:defRPr sz="18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095E4D5-8717-D672-94CF-4103B0E3FE7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2915543" y="1426281"/>
            <a:ext cx="3471863" cy="7039681"/>
          </a:xfrm>
        </p:spPr>
        <p:txBody>
          <a:bodyPr/>
          <a:lstStyle>
            <a:lvl1pPr marL="0" indent="0">
              <a:buNone/>
              <a:defRPr sz="1800"/>
            </a:lvl1pPr>
            <a:lvl2pPr marL="257175" indent="0">
              <a:buNone/>
              <a:defRPr sz="1575"/>
            </a:lvl2pPr>
            <a:lvl3pPr marL="514350" indent="0">
              <a:buNone/>
              <a:defRPr sz="1350"/>
            </a:lvl3pPr>
            <a:lvl4pPr marL="771525" indent="0">
              <a:buNone/>
              <a:defRPr sz="1125"/>
            </a:lvl4pPr>
            <a:lvl5pPr marL="1028700" indent="0">
              <a:buNone/>
              <a:defRPr sz="1125"/>
            </a:lvl5pPr>
            <a:lvl6pPr marL="1285875" indent="0">
              <a:buNone/>
              <a:defRPr sz="1125"/>
            </a:lvl6pPr>
            <a:lvl7pPr marL="1543050" indent="0">
              <a:buNone/>
              <a:defRPr sz="1125"/>
            </a:lvl7pPr>
            <a:lvl8pPr marL="1800225" indent="0">
              <a:buNone/>
              <a:defRPr sz="1125"/>
            </a:lvl8pPr>
            <a:lvl9pPr marL="2057400" indent="0">
              <a:buNone/>
              <a:defRPr sz="1125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BAE8725-03E6-36E8-E0E4-FE6D3ADAF31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3" cy="5505627"/>
          </a:xfrm>
        </p:spPr>
        <p:txBody>
          <a:bodyPr/>
          <a:lstStyle>
            <a:lvl1pPr marL="0" indent="0">
              <a:buNone/>
              <a:defRPr sz="900"/>
            </a:lvl1pPr>
            <a:lvl2pPr marL="257175" indent="0">
              <a:buNone/>
              <a:defRPr sz="788"/>
            </a:lvl2pPr>
            <a:lvl3pPr marL="514350" indent="0">
              <a:buNone/>
              <a:defRPr sz="675"/>
            </a:lvl3pPr>
            <a:lvl4pPr marL="771525" indent="0">
              <a:buNone/>
              <a:defRPr sz="563"/>
            </a:lvl4pPr>
            <a:lvl5pPr marL="1028700" indent="0">
              <a:buNone/>
              <a:defRPr sz="563"/>
            </a:lvl5pPr>
            <a:lvl6pPr marL="1285875" indent="0">
              <a:buNone/>
              <a:defRPr sz="563"/>
            </a:lvl6pPr>
            <a:lvl7pPr marL="1543050" indent="0">
              <a:buNone/>
              <a:defRPr sz="563"/>
            </a:lvl7pPr>
            <a:lvl8pPr marL="1800225" indent="0">
              <a:buNone/>
              <a:defRPr sz="563"/>
            </a:lvl8pPr>
            <a:lvl9pPr marL="2057400" indent="0">
              <a:buNone/>
              <a:defRPr sz="56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6D3A8CD-4730-F666-03E9-B601675435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130AD6-8983-4084-BB57-FFEA2B6532A6}" type="datetimeFigureOut">
              <a:rPr lang="en-MY" smtClean="0"/>
              <a:t>30/03/2026</a:t>
            </a:fld>
            <a:endParaRPr lang="en-MY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02A634D-C520-831C-7853-7718F79DFA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12971D0-9513-FA23-3468-EDB968C1C8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3B33D9-30D5-45F0-84EB-3E5F8F308CC2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6386598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E684F5-3353-1DD1-9ED1-9A918D1B91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713F419-33D3-A18D-5E0E-D0F5EE9F22D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23DC26-9A7E-A873-B9BB-49D9E9EF19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130AD6-8983-4084-BB57-FFEA2B6532A6}" type="datetimeFigureOut">
              <a:rPr lang="en-MY" smtClean="0"/>
              <a:t>30/03/2026</a:t>
            </a:fld>
            <a:endParaRPr lang="en-MY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51DE1C-23B0-2BA4-6B31-188BEB4536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DF956B-AE89-F852-4075-A75798FBE9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3B33D9-30D5-45F0-84EB-3E5F8F308CC2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14790281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E472078-9C25-9D4D-D869-9DDFD6805A4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4907756" y="527403"/>
            <a:ext cx="1478756" cy="8394877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9A6CBF0-2D55-1E11-7E44-881948F122C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71487" y="527403"/>
            <a:ext cx="4350544" cy="839487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DC3B57-3F22-13D5-9992-EA850DBA02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130AD6-8983-4084-BB57-FFEA2B6532A6}" type="datetimeFigureOut">
              <a:rPr lang="en-MY" smtClean="0"/>
              <a:t>30/03/2026</a:t>
            </a:fld>
            <a:endParaRPr lang="en-MY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BBBD76-5E64-1AED-6143-D7CE809AF9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7ED1D9-DD8B-CF22-0A69-85978A20ED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3B33D9-30D5-45F0-84EB-3E5F8F308CC2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9555353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0B2CB7C-6CB2-6BDF-966C-E2A00AC69C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1488" y="527404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AD658D6-D34C-79D8-80CA-6E23B3E728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718E10-72CB-453A-5910-44060C8DFB4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71488" y="9181395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2130AD6-8983-4084-BB57-FFEA2B6532A6}" type="datetimeFigureOut">
              <a:rPr lang="en-MY" smtClean="0"/>
              <a:t>30/03/2026</a:t>
            </a:fld>
            <a:endParaRPr lang="en-MY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6055AF-CEE8-CA1E-06C1-DC2E5DEF0FC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271713" y="9181395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6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MY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CEEF90-2273-0B42-7274-97AA7E7745E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843463" y="9181395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83B33D9-30D5-45F0-84EB-3E5F8F308CC2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1901703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782" r:id="rId1"/>
    <p:sldLayoutId id="2147484783" r:id="rId2"/>
    <p:sldLayoutId id="2147484784" r:id="rId3"/>
    <p:sldLayoutId id="2147484785" r:id="rId4"/>
    <p:sldLayoutId id="2147484786" r:id="rId5"/>
    <p:sldLayoutId id="2147484787" r:id="rId6"/>
    <p:sldLayoutId id="2147484788" r:id="rId7"/>
    <p:sldLayoutId id="2147484789" r:id="rId8"/>
    <p:sldLayoutId id="2147484790" r:id="rId9"/>
    <p:sldLayoutId id="2147484791" r:id="rId10"/>
    <p:sldLayoutId id="2147484792" r:id="rId11"/>
  </p:sldLayoutIdLst>
  <p:txStyles>
    <p:titleStyle>
      <a:lvl1pPr algn="l" defTabSz="514350" rtl="0" eaLnBrk="1" latinLnBrk="0" hangingPunct="1">
        <a:lnSpc>
          <a:spcPct val="90000"/>
        </a:lnSpc>
        <a:spcBef>
          <a:spcPct val="0"/>
        </a:spcBef>
        <a:buNone/>
        <a:defRPr sz="247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28588" indent="-128588" algn="l" defTabSz="514350" rtl="0" eaLnBrk="1" latinLnBrk="0" hangingPunct="1">
        <a:lnSpc>
          <a:spcPct val="90000"/>
        </a:lnSpc>
        <a:spcBef>
          <a:spcPts val="563"/>
        </a:spcBef>
        <a:buFont typeface="Arial" panose="020B0604020202020204" pitchFamily="34" charset="0"/>
        <a:buChar char="•"/>
        <a:defRPr sz="1575" kern="1200">
          <a:solidFill>
            <a:schemeClr val="tx1"/>
          </a:solidFill>
          <a:latin typeface="+mn-lt"/>
          <a:ea typeface="+mn-ea"/>
          <a:cs typeface="+mn-cs"/>
        </a:defRPr>
      </a:lvl1pPr>
      <a:lvl2pPr marL="385763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42938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125" kern="1200">
          <a:solidFill>
            <a:schemeClr val="tx1"/>
          </a:solidFill>
          <a:latin typeface="+mn-lt"/>
          <a:ea typeface="+mn-ea"/>
          <a:cs typeface="+mn-cs"/>
        </a:defRPr>
      </a:lvl3pPr>
      <a:lvl4pPr marL="900113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4pPr>
      <a:lvl5pPr marL="1157288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5pPr>
      <a:lvl6pPr marL="1414463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6pPr>
      <a:lvl7pPr marL="1671638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7pPr>
      <a:lvl8pPr marL="1928813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8pPr>
      <a:lvl9pPr marL="2185988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1pPr>
      <a:lvl2pPr marL="257175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2pPr>
      <a:lvl3pPr marL="51435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3pPr>
      <a:lvl4pPr marL="771525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4pPr>
      <a:lvl5pPr marL="102870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5pPr>
      <a:lvl6pPr marL="1285875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6pPr>
      <a:lvl7pPr marL="154305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7pPr>
      <a:lvl8pPr marL="1800225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8pPr>
      <a:lvl9pPr marL="205740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5B8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" name="Group 42">
            <a:extLst>
              <a:ext uri="{FF2B5EF4-FFF2-40B4-BE49-F238E27FC236}">
                <a16:creationId xmlns:a16="http://schemas.microsoft.com/office/drawing/2014/main" id="{5C0BB61E-A780-C816-9168-C60682797F2A}"/>
              </a:ext>
            </a:extLst>
          </p:cNvPr>
          <p:cNvGrpSpPr/>
          <p:nvPr/>
        </p:nvGrpSpPr>
        <p:grpSpPr>
          <a:xfrm>
            <a:off x="124247" y="1382301"/>
            <a:ext cx="6579632" cy="8372462"/>
            <a:chOff x="124247" y="1382301"/>
            <a:chExt cx="6579632" cy="8372462"/>
          </a:xfrm>
          <a:effectLst/>
        </p:grpSpPr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C187D9D9-B008-3A83-F4DD-CB70F2F0E7C3}"/>
                </a:ext>
              </a:extLst>
            </p:cNvPr>
            <p:cNvSpPr txBox="1"/>
            <p:nvPr/>
          </p:nvSpPr>
          <p:spPr>
            <a:xfrm>
              <a:off x="132776" y="2752424"/>
              <a:ext cx="3294022" cy="1615827"/>
            </a:xfrm>
            <a:prstGeom prst="rect">
              <a:avLst/>
            </a:prstGeom>
            <a:solidFill>
              <a:schemeClr val="accent2">
                <a:lumMod val="20000"/>
                <a:lumOff val="80000"/>
                <a:alpha val="80000"/>
              </a:schemeClr>
            </a:solidFill>
            <a:ln>
              <a:noFill/>
            </a:ln>
            <a:effectLst>
              <a:outerShdw blurRad="63500" sx="102000" sy="102000" algn="ctr" rotWithShape="0">
                <a:prstClr val="black">
                  <a:alpha val="0"/>
                </a:prstClr>
              </a:outerShdw>
            </a:effectLst>
            <a:scene3d>
              <a:camera prst="orthographicFront"/>
              <a:lightRig rig="threePt" dir="t"/>
            </a:scene3d>
            <a:sp3d>
              <a:bevelT/>
            </a:sp3d>
          </p:spPr>
          <p:txBody>
            <a:bodyPr wrap="square" rtlCol="0">
              <a:spAutoFit/>
            </a:bodyPr>
            <a:lstStyle/>
            <a:p>
              <a:pPr marL="171450" marR="0" indent="-171450" algn="ctr">
                <a:spcBef>
                  <a:spcPts val="0"/>
                </a:spcBef>
                <a:spcAft>
                  <a:spcPts val="0"/>
                </a:spcAft>
              </a:pPr>
              <a:r>
                <a:rPr lang="en-GB" sz="1000" b="1" dirty="0">
                  <a:effectLst/>
                </a:rPr>
                <a:t>Objectives</a:t>
              </a:r>
            </a:p>
            <a:p>
              <a:pPr marL="171450" marR="0" indent="-171450" algn="l"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•"/>
              </a:pPr>
              <a:r>
                <a:rPr lang="en-GB" sz="1000" b="0" dirty="0">
                  <a:effectLst/>
                </a:rPr>
                <a:t>Objective 1.</a:t>
              </a:r>
            </a:p>
            <a:p>
              <a:pPr marL="171450" marR="0" indent="-171450" algn="l"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•"/>
              </a:pPr>
              <a:endParaRPr lang="en-GB" sz="1000" b="0" dirty="0">
                <a:effectLst/>
              </a:endParaRPr>
            </a:p>
            <a:p>
              <a:pPr marL="171450" marR="0" indent="-171450" algn="l"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•"/>
              </a:pPr>
              <a:r>
                <a:rPr lang="en-GB" sz="1000" b="0" dirty="0">
                  <a:effectLst/>
                </a:rPr>
                <a:t>Objective 2.</a:t>
              </a:r>
            </a:p>
            <a:p>
              <a:pPr marL="171450" marR="0" indent="-171450" algn="l"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•"/>
              </a:pPr>
              <a:endParaRPr lang="en-GB" sz="700" b="0" dirty="0">
                <a:effectLst/>
              </a:endParaRPr>
            </a:p>
            <a:p>
              <a:pPr marL="171450" marR="0" indent="-171450" algn="l"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•"/>
              </a:pPr>
              <a:r>
                <a:rPr lang="en-GB" sz="1000" b="0" dirty="0">
                  <a:effectLst/>
                </a:rPr>
                <a:t>Objective 3.</a:t>
              </a:r>
            </a:p>
            <a:p>
              <a:pPr marL="171450" marR="0" indent="-171450" algn="l"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•"/>
              </a:pPr>
              <a:endParaRPr lang="en-GB" sz="300" dirty="0"/>
            </a:p>
            <a:p>
              <a:pPr marL="171450" marR="0" indent="-171450" algn="l"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•"/>
              </a:pPr>
              <a:endParaRPr lang="en-GB" sz="900" b="0" dirty="0">
                <a:effectLst/>
              </a:endParaRPr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8C55924A-1B99-3689-492F-1B0C05FED8D1}"/>
                </a:ext>
              </a:extLst>
            </p:cNvPr>
            <p:cNvSpPr txBox="1"/>
            <p:nvPr/>
          </p:nvSpPr>
          <p:spPr>
            <a:xfrm>
              <a:off x="124247" y="1382301"/>
              <a:ext cx="6577927" cy="1323439"/>
            </a:xfrm>
            <a:prstGeom prst="rect">
              <a:avLst/>
            </a:prstGeom>
            <a:solidFill>
              <a:schemeClr val="tx2">
                <a:lumMod val="20000"/>
                <a:lumOff val="80000"/>
                <a:alpha val="85000"/>
              </a:schemeClr>
            </a:solidFill>
            <a:ln>
              <a:solidFill>
                <a:srgbClr val="C00000">
                  <a:alpha val="7000"/>
                </a:srgbClr>
              </a:solidFill>
            </a:ln>
            <a:effectLst>
              <a:outerShdw blurRad="63500" sx="102000" sy="102000" algn="ctr" rotWithShape="0">
                <a:prstClr val="black">
                  <a:alpha val="0"/>
                </a:prstClr>
              </a:outerShdw>
            </a:effectLst>
            <a:scene3d>
              <a:camera prst="orthographicFront"/>
              <a:lightRig rig="threePt" dir="t"/>
            </a:scene3d>
            <a:sp3d>
              <a:bevelT/>
            </a:sp3d>
          </p:spPr>
          <p:txBody>
            <a:bodyPr wrap="square" rtlCol="0">
              <a:spAutoFit/>
            </a:bodyPr>
            <a:lstStyle/>
            <a:p>
              <a:pPr marL="57150" marR="0" indent="-11430" algn="ctr">
                <a:spcBef>
                  <a:spcPts val="0"/>
                </a:spcBef>
                <a:spcAft>
                  <a:spcPts val="0"/>
                </a:spcAft>
              </a:pPr>
              <a:r>
                <a:rPr lang="en-GB" sz="1000" b="1" dirty="0"/>
                <a:t>Introduction</a:t>
              </a:r>
            </a:p>
            <a:p>
              <a:pPr marL="11113" marR="0" indent="-11113" algn="just">
                <a:spcBef>
                  <a:spcPts val="0"/>
                </a:spcBef>
                <a:spcAft>
                  <a:spcPts val="0"/>
                </a:spcAft>
              </a:pPr>
              <a:r>
                <a:rPr lang="en-GB" sz="1000" dirty="0"/>
                <a:t>Provide an Introduction here.</a:t>
              </a:r>
            </a:p>
            <a:p>
              <a:pPr marL="11113" marR="0" indent="-11113" algn="just">
                <a:spcBef>
                  <a:spcPts val="0"/>
                </a:spcBef>
                <a:spcAft>
                  <a:spcPts val="0"/>
                </a:spcAft>
              </a:pPr>
              <a:endParaRPr lang="en-GB" sz="1000" dirty="0"/>
            </a:p>
            <a:p>
              <a:pPr marL="11113" marR="0" indent="-11113" algn="just">
                <a:spcBef>
                  <a:spcPts val="0"/>
                </a:spcBef>
                <a:spcAft>
                  <a:spcPts val="0"/>
                </a:spcAft>
              </a:pPr>
              <a:endParaRPr lang="en-GB" sz="1000" dirty="0"/>
            </a:p>
            <a:p>
              <a:pPr marL="11113" marR="0" indent="-11113" algn="just">
                <a:spcBef>
                  <a:spcPts val="0"/>
                </a:spcBef>
                <a:spcAft>
                  <a:spcPts val="0"/>
                </a:spcAft>
              </a:pPr>
              <a:endParaRPr lang="en-GB" sz="1000" dirty="0"/>
            </a:p>
            <a:p>
              <a:pPr marL="11113" marR="0" indent="-11113" algn="just">
                <a:spcBef>
                  <a:spcPts val="0"/>
                </a:spcBef>
                <a:spcAft>
                  <a:spcPts val="0"/>
                </a:spcAft>
              </a:pPr>
              <a:endParaRPr lang="en-GB" sz="1000" dirty="0"/>
            </a:p>
            <a:p>
              <a:pPr marL="11113" marR="0" indent="-11113" algn="just">
                <a:spcBef>
                  <a:spcPts val="0"/>
                </a:spcBef>
                <a:spcAft>
                  <a:spcPts val="0"/>
                </a:spcAft>
              </a:pPr>
              <a:endParaRPr lang="en-GB" sz="1000" dirty="0"/>
            </a:p>
            <a:p>
              <a:pPr marL="11113" marR="0" indent="-11113" algn="just">
                <a:spcBef>
                  <a:spcPts val="0"/>
                </a:spcBef>
                <a:spcAft>
                  <a:spcPts val="0"/>
                </a:spcAft>
              </a:pPr>
              <a:endParaRPr lang="en-GB" sz="1000" b="0" dirty="0"/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979749A2-D079-81B4-6DAB-0B21058813C4}"/>
                </a:ext>
              </a:extLst>
            </p:cNvPr>
            <p:cNvSpPr txBox="1"/>
            <p:nvPr/>
          </p:nvSpPr>
          <p:spPr>
            <a:xfrm>
              <a:off x="137101" y="4430228"/>
              <a:ext cx="3289698" cy="5324535"/>
            </a:xfrm>
            <a:prstGeom prst="rect">
              <a:avLst/>
            </a:prstGeom>
            <a:solidFill>
              <a:schemeClr val="accent4">
                <a:lumMod val="20000"/>
                <a:lumOff val="80000"/>
                <a:alpha val="80000"/>
              </a:schemeClr>
            </a:solidFill>
            <a:ln>
              <a:noFill/>
            </a:ln>
            <a:effectLst>
              <a:outerShdw blurRad="63500" sx="102000" sy="102000" algn="ctr" rotWithShape="0">
                <a:prstClr val="black">
                  <a:alpha val="0"/>
                </a:prstClr>
              </a:outerShdw>
            </a:effectLst>
            <a:scene3d>
              <a:camera prst="orthographicFront"/>
              <a:lightRig rig="threePt" dir="t"/>
            </a:scene3d>
            <a:sp3d>
              <a:bevelT/>
            </a:sp3d>
          </p:spPr>
          <p:txBody>
            <a:bodyPr wrap="square" rtlCol="0">
              <a:spAutoFit/>
            </a:bodyPr>
            <a:lstStyle/>
            <a:p>
              <a:pPr marL="90170" marR="0" algn="ctr">
                <a:spcBef>
                  <a:spcPts val="0"/>
                </a:spcBef>
                <a:spcAft>
                  <a:spcPts val="0"/>
                </a:spcAft>
              </a:pPr>
              <a:r>
                <a:rPr lang="ms-MY" sz="1000" b="1" dirty="0">
                  <a:effectLst/>
                </a:rPr>
                <a:t>Methodology</a:t>
              </a:r>
              <a:r>
                <a:rPr lang="ms-MY" sz="1000" dirty="0">
                  <a:effectLst/>
                </a:rPr>
                <a:t> </a:t>
              </a:r>
            </a:p>
            <a:p>
              <a:pPr marR="0" algn="just">
                <a:spcBef>
                  <a:spcPts val="0"/>
                </a:spcBef>
                <a:spcAft>
                  <a:spcPts val="0"/>
                </a:spcAft>
              </a:pPr>
              <a:r>
                <a:rPr lang="ms-MY" sz="1000" dirty="0">
                  <a:effectLst/>
                </a:rPr>
                <a:t>Provide a description for the methodology</a:t>
              </a:r>
            </a:p>
            <a:p>
              <a:pPr marR="0" algn="just">
                <a:spcBef>
                  <a:spcPts val="0"/>
                </a:spcBef>
                <a:spcAft>
                  <a:spcPts val="0"/>
                </a:spcAft>
              </a:pPr>
              <a:endParaRPr lang="ms-MY" sz="1000" dirty="0"/>
            </a:p>
            <a:p>
              <a:pPr marR="0" algn="just">
                <a:spcBef>
                  <a:spcPts val="0"/>
                </a:spcBef>
                <a:spcAft>
                  <a:spcPts val="0"/>
                </a:spcAft>
              </a:pPr>
              <a:endParaRPr lang="ms-MY" sz="1000" dirty="0">
                <a:effectLst/>
              </a:endParaRPr>
            </a:p>
            <a:p>
              <a:pPr marR="0" algn="just">
                <a:spcBef>
                  <a:spcPts val="0"/>
                </a:spcBef>
                <a:spcAft>
                  <a:spcPts val="0"/>
                </a:spcAft>
              </a:pPr>
              <a:endParaRPr lang="ms-MY" sz="1000" dirty="0"/>
            </a:p>
            <a:p>
              <a:pPr marR="0" algn="just">
                <a:spcBef>
                  <a:spcPts val="0"/>
                </a:spcBef>
                <a:spcAft>
                  <a:spcPts val="0"/>
                </a:spcAft>
              </a:pPr>
              <a:endParaRPr lang="ms-MY" sz="1000" dirty="0">
                <a:effectLst/>
              </a:endParaRPr>
            </a:p>
            <a:p>
              <a:pPr marR="0" algn="just">
                <a:spcBef>
                  <a:spcPts val="0"/>
                </a:spcBef>
                <a:spcAft>
                  <a:spcPts val="0"/>
                </a:spcAft>
              </a:pPr>
              <a:endParaRPr lang="ms-MY" sz="1000" dirty="0"/>
            </a:p>
            <a:p>
              <a:pPr marR="0" algn="just">
                <a:spcBef>
                  <a:spcPts val="0"/>
                </a:spcBef>
                <a:spcAft>
                  <a:spcPts val="0"/>
                </a:spcAft>
              </a:pPr>
              <a:endParaRPr lang="ms-MY" sz="1000" dirty="0">
                <a:effectLst/>
              </a:endParaRPr>
            </a:p>
            <a:p>
              <a:pPr marR="0" algn="just">
                <a:spcBef>
                  <a:spcPts val="0"/>
                </a:spcBef>
                <a:spcAft>
                  <a:spcPts val="0"/>
                </a:spcAft>
              </a:pPr>
              <a:endParaRPr lang="ms-MY" sz="1000" dirty="0"/>
            </a:p>
            <a:p>
              <a:pPr marR="0" algn="just">
                <a:spcBef>
                  <a:spcPts val="0"/>
                </a:spcBef>
                <a:spcAft>
                  <a:spcPts val="0"/>
                </a:spcAft>
              </a:pPr>
              <a:endParaRPr lang="ms-MY" sz="1000" dirty="0">
                <a:effectLst/>
              </a:endParaRPr>
            </a:p>
            <a:p>
              <a:pPr marR="0" algn="just">
                <a:spcBef>
                  <a:spcPts val="0"/>
                </a:spcBef>
                <a:spcAft>
                  <a:spcPts val="0"/>
                </a:spcAft>
              </a:pPr>
              <a:endParaRPr lang="ms-MY" sz="1000" dirty="0"/>
            </a:p>
            <a:p>
              <a:pPr marR="0" algn="just">
                <a:spcBef>
                  <a:spcPts val="0"/>
                </a:spcBef>
                <a:spcAft>
                  <a:spcPts val="0"/>
                </a:spcAft>
              </a:pPr>
              <a:endParaRPr lang="ms-MY" sz="1000" dirty="0">
                <a:effectLst/>
              </a:endParaRPr>
            </a:p>
            <a:p>
              <a:pPr marR="0" algn="just">
                <a:spcBef>
                  <a:spcPts val="0"/>
                </a:spcBef>
                <a:spcAft>
                  <a:spcPts val="0"/>
                </a:spcAft>
              </a:pPr>
              <a:endParaRPr lang="ms-MY" sz="1000" dirty="0"/>
            </a:p>
            <a:p>
              <a:pPr marR="0" algn="just">
                <a:spcBef>
                  <a:spcPts val="0"/>
                </a:spcBef>
                <a:spcAft>
                  <a:spcPts val="0"/>
                </a:spcAft>
              </a:pPr>
              <a:endParaRPr lang="ms-MY" sz="1000" dirty="0">
                <a:effectLst/>
              </a:endParaRPr>
            </a:p>
            <a:p>
              <a:pPr marR="0" algn="just">
                <a:spcBef>
                  <a:spcPts val="0"/>
                </a:spcBef>
                <a:spcAft>
                  <a:spcPts val="0"/>
                </a:spcAft>
              </a:pPr>
              <a:endParaRPr lang="ms-MY" sz="1000" dirty="0"/>
            </a:p>
            <a:p>
              <a:pPr marR="0" algn="just">
                <a:spcBef>
                  <a:spcPts val="0"/>
                </a:spcBef>
                <a:spcAft>
                  <a:spcPts val="0"/>
                </a:spcAft>
              </a:pPr>
              <a:endParaRPr lang="ms-MY" sz="1000" dirty="0">
                <a:effectLst/>
              </a:endParaRPr>
            </a:p>
            <a:p>
              <a:pPr marR="0" algn="just">
                <a:spcBef>
                  <a:spcPts val="0"/>
                </a:spcBef>
                <a:spcAft>
                  <a:spcPts val="0"/>
                </a:spcAft>
              </a:pPr>
              <a:endParaRPr lang="ms-MY" sz="1000" dirty="0"/>
            </a:p>
            <a:p>
              <a:pPr marR="0" algn="just">
                <a:spcBef>
                  <a:spcPts val="0"/>
                </a:spcBef>
                <a:spcAft>
                  <a:spcPts val="0"/>
                </a:spcAft>
              </a:pPr>
              <a:endParaRPr lang="ms-MY" sz="1000" dirty="0"/>
            </a:p>
            <a:p>
              <a:pPr marR="0" algn="just">
                <a:spcBef>
                  <a:spcPts val="0"/>
                </a:spcBef>
                <a:spcAft>
                  <a:spcPts val="0"/>
                </a:spcAft>
              </a:pPr>
              <a:endParaRPr lang="ms-MY" sz="1000" dirty="0"/>
            </a:p>
            <a:p>
              <a:pPr marR="0" algn="just">
                <a:spcBef>
                  <a:spcPts val="0"/>
                </a:spcBef>
                <a:spcAft>
                  <a:spcPts val="0"/>
                </a:spcAft>
              </a:pPr>
              <a:endParaRPr lang="ms-MY" sz="1000" dirty="0"/>
            </a:p>
            <a:p>
              <a:pPr marR="0" algn="just">
                <a:spcBef>
                  <a:spcPts val="0"/>
                </a:spcBef>
                <a:spcAft>
                  <a:spcPts val="0"/>
                </a:spcAft>
              </a:pPr>
              <a:endParaRPr lang="ms-MY" sz="1000" dirty="0"/>
            </a:p>
            <a:p>
              <a:pPr marR="0" algn="just">
                <a:spcBef>
                  <a:spcPts val="0"/>
                </a:spcBef>
                <a:spcAft>
                  <a:spcPts val="0"/>
                </a:spcAft>
              </a:pPr>
              <a:endParaRPr lang="ms-MY" sz="1000" dirty="0"/>
            </a:p>
            <a:p>
              <a:pPr marR="0" algn="just">
                <a:spcBef>
                  <a:spcPts val="0"/>
                </a:spcBef>
                <a:spcAft>
                  <a:spcPts val="0"/>
                </a:spcAft>
              </a:pPr>
              <a:endParaRPr lang="ms-MY" sz="1000" dirty="0"/>
            </a:p>
            <a:p>
              <a:pPr marR="0" algn="just">
                <a:spcBef>
                  <a:spcPts val="0"/>
                </a:spcBef>
                <a:spcAft>
                  <a:spcPts val="0"/>
                </a:spcAft>
              </a:pPr>
              <a:endParaRPr lang="ms-MY" sz="1000" dirty="0"/>
            </a:p>
            <a:p>
              <a:pPr marR="0" algn="just">
                <a:spcBef>
                  <a:spcPts val="0"/>
                </a:spcBef>
                <a:spcAft>
                  <a:spcPts val="0"/>
                </a:spcAft>
              </a:pPr>
              <a:endParaRPr lang="ms-MY" sz="1000" dirty="0"/>
            </a:p>
            <a:p>
              <a:pPr marR="0" algn="just">
                <a:spcBef>
                  <a:spcPts val="0"/>
                </a:spcBef>
                <a:spcAft>
                  <a:spcPts val="0"/>
                </a:spcAft>
              </a:pPr>
              <a:endParaRPr lang="ms-MY" sz="1000" dirty="0"/>
            </a:p>
            <a:p>
              <a:pPr marR="0" algn="just">
                <a:spcBef>
                  <a:spcPts val="0"/>
                </a:spcBef>
                <a:spcAft>
                  <a:spcPts val="0"/>
                </a:spcAft>
              </a:pPr>
              <a:endParaRPr lang="ms-MY" sz="1000" dirty="0"/>
            </a:p>
            <a:p>
              <a:pPr marR="0" algn="just">
                <a:spcBef>
                  <a:spcPts val="0"/>
                </a:spcBef>
                <a:spcAft>
                  <a:spcPts val="0"/>
                </a:spcAft>
              </a:pPr>
              <a:endParaRPr lang="ms-MY" sz="1000" dirty="0">
                <a:effectLst/>
              </a:endParaRPr>
            </a:p>
            <a:p>
              <a:pPr marR="0" algn="just">
                <a:spcBef>
                  <a:spcPts val="0"/>
                </a:spcBef>
                <a:spcAft>
                  <a:spcPts val="0"/>
                </a:spcAft>
              </a:pPr>
              <a:endParaRPr lang="ms-MY" sz="1000" dirty="0"/>
            </a:p>
            <a:p>
              <a:pPr marR="0" algn="just">
                <a:spcBef>
                  <a:spcPts val="0"/>
                </a:spcBef>
                <a:spcAft>
                  <a:spcPts val="0"/>
                </a:spcAft>
              </a:pPr>
              <a:endParaRPr lang="ms-MY" sz="1000" dirty="0">
                <a:effectLst/>
              </a:endParaRPr>
            </a:p>
            <a:p>
              <a:pPr marR="0" algn="just">
                <a:spcBef>
                  <a:spcPts val="0"/>
                </a:spcBef>
                <a:spcAft>
                  <a:spcPts val="0"/>
                </a:spcAft>
              </a:pPr>
              <a:endParaRPr lang="ms-MY" sz="1000" dirty="0"/>
            </a:p>
            <a:p>
              <a:pPr marR="0" algn="just">
                <a:spcBef>
                  <a:spcPts val="0"/>
                </a:spcBef>
                <a:spcAft>
                  <a:spcPts val="0"/>
                </a:spcAft>
              </a:pPr>
              <a:endParaRPr lang="ms-MY" sz="1000" dirty="0">
                <a:effectLst/>
              </a:endParaRPr>
            </a:p>
            <a:p>
              <a:pPr marR="0" algn="just">
                <a:spcBef>
                  <a:spcPts val="0"/>
                </a:spcBef>
                <a:spcAft>
                  <a:spcPts val="0"/>
                </a:spcAft>
              </a:pPr>
              <a:endParaRPr lang="ms-MY" sz="1000" dirty="0"/>
            </a:p>
            <a:p>
              <a:pPr marR="0" algn="just">
                <a:spcBef>
                  <a:spcPts val="0"/>
                </a:spcBef>
                <a:spcAft>
                  <a:spcPts val="0"/>
                </a:spcAft>
              </a:pPr>
              <a:r>
                <a:rPr lang="ms-MY" sz="1000" dirty="0">
                  <a:effectLst/>
                </a:rPr>
                <a:t>. </a:t>
              </a:r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1E63A393-F5E3-C650-F7AC-DE2311DCC05A}"/>
                </a:ext>
              </a:extLst>
            </p:cNvPr>
            <p:cNvSpPr txBox="1"/>
            <p:nvPr/>
          </p:nvSpPr>
          <p:spPr>
            <a:xfrm>
              <a:off x="3475020" y="6173123"/>
              <a:ext cx="3228859" cy="1815882"/>
            </a:xfrm>
            <a:prstGeom prst="rect">
              <a:avLst/>
            </a:prstGeom>
            <a:solidFill>
              <a:schemeClr val="accent4">
                <a:lumMod val="20000"/>
                <a:lumOff val="80000"/>
                <a:alpha val="80000"/>
              </a:schemeClr>
            </a:solidFill>
            <a:ln>
              <a:noFill/>
            </a:ln>
            <a:effectLst>
              <a:outerShdw blurRad="63500" sx="102000" sy="102000" algn="ctr" rotWithShape="0">
                <a:prstClr val="black">
                  <a:alpha val="0"/>
                </a:prstClr>
              </a:outerShdw>
            </a:effectLst>
            <a:scene3d>
              <a:camera prst="orthographicFront"/>
              <a:lightRig rig="threePt" dir="t"/>
            </a:scene3d>
            <a:sp3d>
              <a:bevelT/>
            </a:sp3d>
          </p:spPr>
          <p:txBody>
            <a:bodyPr wrap="square" rtlCol="0">
              <a:spAutoFit/>
            </a:bodyPr>
            <a:lstStyle/>
            <a:p>
              <a:pPr marL="11113" indent="-11113" algn="ctr"/>
              <a:r>
                <a:rPr lang="en-US" sz="1000" b="1" dirty="0">
                  <a:effectLst/>
                </a:rPr>
                <a:t>Results</a:t>
              </a:r>
            </a:p>
            <a:p>
              <a:pPr marL="11113" indent="-11113" algn="ctr"/>
              <a:endParaRPr lang="en-US" sz="1000" b="1" dirty="0">
                <a:latin typeface="Times New Roman" panose="02020603050405020304" pitchFamily="18" charset="0"/>
                <a:ea typeface="Times New Roman" panose="02020603050405020304" pitchFamily="18" charset="0"/>
              </a:endParaRPr>
            </a:p>
            <a:p>
              <a:pPr marL="11113" indent="-11113" algn="ctr"/>
              <a:endParaRPr lang="en-US" sz="10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endParaRPr>
            </a:p>
            <a:p>
              <a:pPr marL="11113" indent="-11113" algn="ctr"/>
              <a:endParaRPr lang="en-US" sz="1000" b="1" dirty="0">
                <a:latin typeface="Times New Roman" panose="02020603050405020304" pitchFamily="18" charset="0"/>
                <a:ea typeface="Times New Roman" panose="02020603050405020304" pitchFamily="18" charset="0"/>
              </a:endParaRPr>
            </a:p>
            <a:p>
              <a:pPr marL="11113" indent="-11113" algn="ctr"/>
              <a:endParaRPr lang="en-US" sz="10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endParaRPr>
            </a:p>
            <a:p>
              <a:pPr marL="11113" indent="-11113" algn="ctr"/>
              <a:endParaRPr lang="en-US" sz="1000" b="1" dirty="0">
                <a:latin typeface="Times New Roman" panose="02020603050405020304" pitchFamily="18" charset="0"/>
                <a:ea typeface="Times New Roman" panose="02020603050405020304" pitchFamily="18" charset="0"/>
              </a:endParaRPr>
            </a:p>
            <a:p>
              <a:pPr marL="11113" indent="-11113" algn="ctr"/>
              <a:endParaRPr lang="en-US" sz="10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endParaRPr>
            </a:p>
            <a:p>
              <a:pPr marL="11113" indent="-11113" algn="ctr"/>
              <a:endParaRPr lang="en-US" sz="1000" b="1" dirty="0">
                <a:latin typeface="Times New Roman" panose="02020603050405020304" pitchFamily="18" charset="0"/>
                <a:ea typeface="Times New Roman" panose="02020603050405020304" pitchFamily="18" charset="0"/>
              </a:endParaRPr>
            </a:p>
            <a:p>
              <a:pPr marL="11113" indent="-11113" algn="ctr"/>
              <a:endParaRPr lang="en-US" sz="10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endParaRPr>
            </a:p>
            <a:p>
              <a:pPr marL="11113" indent="-11113" algn="ctr"/>
              <a:endParaRPr lang="en-US" sz="1000" b="1" dirty="0">
                <a:latin typeface="Times New Roman" panose="02020603050405020304" pitchFamily="18" charset="0"/>
                <a:ea typeface="Times New Roman" panose="02020603050405020304" pitchFamily="18" charset="0"/>
              </a:endParaRPr>
            </a:p>
            <a:p>
              <a:pPr marL="11113" indent="-11113" algn="ctr"/>
              <a:endParaRPr lang="en-GB" sz="12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endParaRPr>
            </a:p>
          </p:txBody>
        </p:sp>
      </p:grpSp>
      <p:sp>
        <p:nvSpPr>
          <p:cNvPr id="2" name="Rectangle 1">
            <a:extLst>
              <a:ext uri="{FF2B5EF4-FFF2-40B4-BE49-F238E27FC236}">
                <a16:creationId xmlns:a16="http://schemas.microsoft.com/office/drawing/2014/main" id="{4A81C1D0-D899-5929-B17E-723238BE338A}"/>
              </a:ext>
            </a:extLst>
          </p:cNvPr>
          <p:cNvSpPr/>
          <p:nvPr/>
        </p:nvSpPr>
        <p:spPr>
          <a:xfrm>
            <a:off x="77622" y="100796"/>
            <a:ext cx="6690860" cy="9708682"/>
          </a:xfrm>
          <a:prstGeom prst="rect">
            <a:avLst/>
          </a:prstGeom>
          <a:noFill/>
          <a:ln w="381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6D6E764-861B-C3DF-6995-0474B2336E37}"/>
              </a:ext>
            </a:extLst>
          </p:cNvPr>
          <p:cNvSpPr txBox="1"/>
          <p:nvPr/>
        </p:nvSpPr>
        <p:spPr>
          <a:xfrm>
            <a:off x="146500" y="125910"/>
            <a:ext cx="459510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i="0" dirty="0">
                <a:solidFill>
                  <a:schemeClr val="accent6">
                    <a:lumMod val="20000"/>
                    <a:lumOff val="80000"/>
                  </a:schemeClr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Poster Template for </a:t>
            </a:r>
            <a:r>
              <a:rPr lang="en-GB" b="1" dirty="0">
                <a:solidFill>
                  <a:schemeClr val="accent6">
                    <a:lumMod val="20000"/>
                    <a:lumOff val="80000"/>
                  </a:schemeClr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COMP2300</a:t>
            </a:r>
          </a:p>
          <a:p>
            <a:r>
              <a:rPr lang="en-GB" sz="1400" b="1" dirty="0">
                <a:solidFill>
                  <a:schemeClr val="accent6">
                    <a:lumMod val="20000"/>
                    <a:lumOff val="80000"/>
                  </a:schemeClr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Names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8A816AD-249B-759B-E92A-FD8AF5C9DFCE}"/>
              </a:ext>
            </a:extLst>
          </p:cNvPr>
          <p:cNvSpPr/>
          <p:nvPr/>
        </p:nvSpPr>
        <p:spPr>
          <a:xfrm>
            <a:off x="3468356" y="2766230"/>
            <a:ext cx="3219618" cy="160202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Figure 1</a:t>
            </a:r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A9C0D81-1555-6770-847F-617441FF9586}"/>
              </a:ext>
            </a:extLst>
          </p:cNvPr>
          <p:cNvSpPr/>
          <p:nvPr/>
        </p:nvSpPr>
        <p:spPr>
          <a:xfrm>
            <a:off x="3477438" y="4428741"/>
            <a:ext cx="3219617" cy="169211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Figure 2</a:t>
            </a:r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4A55D48-6A10-3442-3203-71EB4CB712AD}"/>
              </a:ext>
            </a:extLst>
          </p:cNvPr>
          <p:cNvSpPr txBox="1"/>
          <p:nvPr/>
        </p:nvSpPr>
        <p:spPr>
          <a:xfrm>
            <a:off x="3483211" y="8074216"/>
            <a:ext cx="3228859" cy="1661993"/>
          </a:xfrm>
          <a:prstGeom prst="rect">
            <a:avLst/>
          </a:prstGeom>
          <a:solidFill>
            <a:schemeClr val="accent4">
              <a:lumMod val="20000"/>
              <a:lumOff val="80000"/>
              <a:alpha val="80000"/>
            </a:schemeClr>
          </a:solidFill>
          <a:ln>
            <a:noFill/>
          </a:ln>
          <a:effectLst>
            <a:outerShdw blurRad="63500" sx="102000" sy="102000" algn="ctr" rotWithShape="0">
              <a:prstClr val="black">
                <a:alpha val="0"/>
              </a:prstClr>
            </a:outerShdw>
          </a:effectLst>
          <a:scene3d>
            <a:camera prst="orthographicFront"/>
            <a:lightRig rig="threePt" dir="t"/>
          </a:scene3d>
          <a:sp3d>
            <a:bevelT/>
          </a:sp3d>
        </p:spPr>
        <p:txBody>
          <a:bodyPr wrap="square" rtlCol="0">
            <a:spAutoFit/>
          </a:bodyPr>
          <a:lstStyle/>
          <a:p>
            <a:pPr marL="11113" indent="-11113" algn="ctr"/>
            <a:r>
              <a:rPr lang="en-US" sz="1000" b="1">
                <a:effectLst/>
              </a:rPr>
              <a:t>Conclusions</a:t>
            </a:r>
            <a:endParaRPr lang="en-US" sz="1000" b="1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11113" indent="-11113" algn="ctr"/>
            <a:endParaRPr lang="en-US" sz="10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11113" indent="-11113" algn="ctr"/>
            <a:endParaRPr lang="en-US" sz="1000" b="1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11113" indent="-11113" algn="ctr"/>
            <a:endParaRPr lang="en-US" sz="10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11113" indent="-11113" algn="ctr"/>
            <a:endParaRPr lang="en-US" sz="1000" b="1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11113" indent="-11113" algn="ctr"/>
            <a:endParaRPr lang="en-US" sz="10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11113" indent="-11113" algn="ctr"/>
            <a:endParaRPr lang="en-US" sz="1000" b="1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11113" indent="-11113" algn="ctr"/>
            <a:endParaRPr lang="en-US" sz="10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11113" indent="-11113" algn="ctr"/>
            <a:endParaRPr lang="en-US" sz="1000" b="1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11113" indent="-11113" algn="ctr"/>
            <a:endParaRPr lang="en-GB" sz="12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pic>
        <p:nvPicPr>
          <p:cNvPr id="3" name="bg object 16">
            <a:extLst>
              <a:ext uri="{FF2B5EF4-FFF2-40B4-BE49-F238E27FC236}">
                <a16:creationId xmlns:a16="http://schemas.microsoft.com/office/drawing/2014/main" id="{38DE30BC-7B3B-543D-05FE-A6225C18A815}"/>
              </a:ext>
            </a:extLst>
          </p:cNvPr>
          <p:cNvPicPr/>
          <p:nvPr/>
        </p:nvPicPr>
        <p:blipFill>
          <a:blip r:embed="rId2" cstate="print">
            <a:alphaModFix/>
          </a:blip>
          <a:stretch>
            <a:fillRect/>
          </a:stretch>
        </p:blipFill>
        <p:spPr>
          <a:xfrm>
            <a:off x="4668675" y="135067"/>
            <a:ext cx="2057399" cy="5897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784483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460</TotalTime>
  <Words>35</Words>
  <Application>Microsoft Macintosh PowerPoint</Application>
  <PresentationFormat>A4 Paper (210x297 mm)</PresentationFormat>
  <Paragraphs>67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Arial</vt:lpstr>
      <vt:lpstr>Arial Narrow</vt:lpstr>
      <vt:lpstr>Calibri</vt:lpstr>
      <vt:lpstr>Calibri Light</vt:lpstr>
      <vt:lpstr>Times New Roman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Filbert Juwono</dc:creator>
  <cp:lastModifiedBy>Rusyaizila Ramli</cp:lastModifiedBy>
  <cp:revision>18</cp:revision>
  <dcterms:created xsi:type="dcterms:W3CDTF">2023-03-09T03:55:55Z</dcterms:created>
  <dcterms:modified xsi:type="dcterms:W3CDTF">2026-03-30T02:48:01Z</dcterms:modified>
</cp:coreProperties>
</file>